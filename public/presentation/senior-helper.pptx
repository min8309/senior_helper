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건강한 생활 참여를 돕는 서비스 목표이며 의학적 치료 효과를 주장하지 않습니다.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규모, 시장 규모, 임상 효과를 검증한 데이터는 이번 자료에 포함하지 않았습니다.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기본 앱에 네 가지 진입 버튼이 구현되어 있습니다. 사진 분석은 별도 서버 연결이 필요합니다.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저장소 코드를 로컬 실행하여 촬영한 예시 화면입니다. 날씨 값은 화면 재현용 샘플이며 현재 관측값이 아닙니다.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게임 구현을 소개하며 인지 기능 개선이나 치매 예방 효과를 입증한 것으로 표현하지 않습니다.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일반 대화는 사전 준비된 응답입니다. 브라우저 음성 인식은 지원 브라우저에 따라 동작이 다릅니다.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n8n/Gemini 등 분석 백엔드는 프런트엔드 저장소에 포함되지 않습니다. Open-Meteo는 기상 모델 자료입니다.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Supabase와 분석 서버는 선택적 외부 연결입니다. 브라우저에 서비스 역할 키나 AI 비밀 키를 넣지 않습니다.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 제공 Vercel Ready 화면으로 배포 완료가 확인되었습니다. 운영 환경변수와 외부 서비스는 현재 직접 확인하지 않았습니다.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완료율·반복 사용·오류율은 향후 측정 지표이며 현재 성과 수치가 아닙니다. 영구 로그인 및 실제 대화 모델은 향후 과제입니다.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배포 주소는 사용자 제공 배포 화면에 근거합니다. 발표 자료 제작 중 공개 사이트를 별도로 실시간 검증하지 않았습니다.</a:t>
            </a:r>
          </a:p>
          <a:p>
            <a:r>
              <a:t>출처: GitHub Min8309/senior_helper, src/App.tsx, src/services, docs/deployment.md, docs/development-and-security.md. 기준 커밋 d756798.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nior-helper-seven.vercel.app" TargetMode="Externa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시니어 뇌건강 헬퍼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손자·손녀와 함께하는 일상 속 두뇌 운동과 생활 도움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658368"/>
            <a:ext cx="2598564" cy="5623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450592"/>
            <a:ext cx="78181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72237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05E43"/>
                </a:solidFill>
                <a:latin typeface="Noto Sans CJK KR"/>
              </a:defRPr>
            </a:pPr>
            <a:r>
              <a:t>서비스의 지향점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7223760" cy="630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62F"/>
                </a:solidFill>
                <a:latin typeface="Noto Sans CJK KR"/>
              </a:defRPr>
            </a:pPr>
            <a:r>
              <a:t>친근한 캐릭터와 쉬운 조작으로</a:t>
            </a:r>
          </a:p>
          <a:p>
            <a:pPr>
              <a:spcAft>
                <a:spcPts val="300"/>
              </a:spcAft>
              <a:defRPr sz="1700" b="0">
                <a:solidFill>
                  <a:srgbClr val="24362F"/>
                </a:solidFill>
                <a:latin typeface="Noto Sans CJK KR"/>
              </a:defRPr>
            </a:pPr>
            <a:r>
              <a:t>매일 짧게 참여하는 생활 동반자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867912"/>
            <a:ext cx="781812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72237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05E43"/>
                </a:solidFill>
                <a:latin typeface="Noto Sans CJK KR"/>
              </a:defRPr>
            </a:pPr>
            <a:r>
              <a:t>네 가지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25112"/>
            <a:ext cx="7223760" cy="630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62F"/>
                </a:solidFill>
                <a:latin typeface="Noto Sans CJK KR"/>
              </a:defRPr>
            </a:pPr>
            <a:r>
              <a:t>두뇌 운동 · 물어보기</a:t>
            </a:r>
          </a:p>
          <a:p>
            <a:pPr>
              <a:spcAft>
                <a:spcPts val="300"/>
              </a:spcAft>
              <a:defRPr sz="1700" b="0">
                <a:solidFill>
                  <a:srgbClr val="24362F"/>
                </a:solidFill>
                <a:latin typeface="Noto Sans CJK KR"/>
              </a:defRPr>
            </a:pPr>
            <a:r>
              <a:t>오늘의 기억 · 기기 사진 찍기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어르신의 일상에서 출발합니다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주요 대상: 디지털 기기 사용에 도움이 필요한 시니어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참여 부담을 낮추기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복잡한 메뉴 대신 네 가지 기능으로 진입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짧은 활동과 격려로 반복 참여 유도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0352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3232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8952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표현을 쉽게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952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글뿐 아니라 목소리로 이야기하기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실제 경험을 기록하고 다시 들어보기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6344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9224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생활 속 도움을 제공하기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기기 사용법을 사진으로 질문하기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날씨를 한눈에 확인하고 상세 정보 열기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홈에서 시작하는 네 가지 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2×2 버튼으로 목적을 빠르게 선택합니다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01 오늘의 두뇌 운동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기억력·주의력·손가락 활동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다섯 종류의 단계별 훈련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246888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96228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1948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02 손자·손녀에게 물어보기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948" y="345643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목소리나 글로 편하게 질문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친근하고 쉬운 표현으로 응답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3484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66344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03 오늘의 기억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2239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말하거나 글로 하루의 경험 기록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목록·상세 보기·수정·삭제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3348" y="443484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96228" y="466344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484632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04 기기 사진 찍기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542239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리모컨·세탁기·전자레인지 촬영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분석 서버 연결 시 사용 안내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한 화면에 모은 인사와 캐릭터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실제 구현된 모바일 홈 화면</a:t>
            </a:r>
          </a:p>
        </p:txBody>
      </p:sp>
      <p:pic>
        <p:nvPicPr>
          <p:cNvPr id="6" name="Picture 5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658368"/>
            <a:ext cx="2598564" cy="5623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2450592"/>
            <a:ext cx="781812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72237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05E43"/>
                </a:solidFill>
                <a:latin typeface="Noto Sans CJK KR"/>
              </a:defRPr>
            </a:pPr>
            <a:r>
              <a:t>상단은 간결하게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07792"/>
            <a:ext cx="7223760" cy="630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62F"/>
                </a:solidFill>
                <a:latin typeface="Noto Sans CJK KR"/>
              </a:defRPr>
            </a:pPr>
            <a:r>
              <a:t>날짜·요일 옆 기온과 날씨 상태  ·  누르면 상세 날씨 드롭다운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474720"/>
            <a:ext cx="781812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584448"/>
            <a:ext cx="72237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05E43"/>
                </a:solidFill>
                <a:latin typeface="Noto Sans CJK KR"/>
              </a:defRPr>
            </a:pPr>
            <a:r>
              <a:t>친근한 메인 영역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7223760" cy="630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62F"/>
                </a:solidFill>
                <a:latin typeface="Noto Sans CJK KR"/>
              </a:defRPr>
            </a:pPr>
            <a:r>
              <a:t>이름이 반영된 인사말  ·  손자·손녀 선택과 자동 반복 영상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498848"/>
            <a:ext cx="7818120" cy="9326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608576"/>
            <a:ext cx="7223760" cy="32918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05E43"/>
                </a:solidFill>
                <a:latin typeface="Noto Sans CJK KR"/>
              </a:defRPr>
            </a:pPr>
            <a:r>
              <a:t>모바일 화면에 맞추기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56048"/>
            <a:ext cx="7223760" cy="6309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24362F"/>
                </a:solidFill>
                <a:latin typeface="Noto Sans CJK KR"/>
              </a:defRPr>
            </a:pPr>
            <a:r>
              <a:t>화면 높이에 따라 영상 영역 조정  ·  네 기능 버튼과 하단 메뉴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79592"/>
            <a:ext cx="7680960" cy="2926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0">
                <a:solidFill>
                  <a:srgbClr val="637169"/>
                </a:solidFill>
                <a:latin typeface="Noto Sans CJK KR"/>
              </a:defRPr>
            </a:pPr>
            <a:r>
              <a:t>화면 예시: 날씨 수치는 재현용 샘플입니다.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짧게 참여하는 다섯 가지 두뇌 운동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게임별 단계 진행과 터치·소리 피드백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순서와 움직임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숫자 순서 누르기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시작점부터 경로를 따라 선 긋기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0352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3232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8952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색상과 기억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952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색상 단추 맞추기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소리·불빛 순서 기억하기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6344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9224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그림과 집중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그림 짝 맞추기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반복 활동과 격려 피드백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대화와 기록으로 하루를 이어갑니다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실제 사용자 입력을 바탕으로 일상 경험을 보관합니다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손자·손녀와 이야기하기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음성 인식과 글 입력 지원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일반 대화는 준비된 응답 사용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날씨 질문은 최신 자료가 있을 때 답변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96228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1948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오늘의 기억 남기기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948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글과 실제 음성 녹음 저장·재생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저장 오류를 안내하고 입력 유지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기본 저장 위치는 현재 브라우저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사진으로 묻고, 날씨를 확인합니다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외부 서비스의 역할과 연결 상태를 구분합니다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기기 사진 찍기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촬영 → 사진 확인 → 분석 요청 → 안내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n8n 분석 서버와 AI 모델 연결 필요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실패 시 사용법을 임의로 만들지 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96228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1948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현재 날씨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948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Open-Meteo 기온·체감온도·습도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지역 선택과 권한 기반 내 위치 지원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오래된 자료와 연결 실패를 구분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기술 구성과 데이터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React 화면에서 브라우저 기능과 외부 서비스를 연결합니다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사용자 화면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React 19 · TypeScript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Vite 8 · Tailwind CSS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246888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96228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1948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브라우저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948" y="345643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음성 인식·낭독·녹음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카메라·영상·로컬 저장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43484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66344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외부 서비스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2239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Open-Meteo: 날씨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Supabase: 선택적 클라우드 저장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n8n·AI 모델: 사진 분석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3348" y="4434840"/>
            <a:ext cx="5399532" cy="1764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96228" y="466344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1948" y="484632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배포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1948" y="5422392"/>
            <a:ext cx="4942332" cy="75895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GitHub main → Vercel 빌드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HTTPS 정적 웹 서비스</a:t>
            </a:r>
          </a:p>
          <a:p>
            <a:pPr>
              <a:spcAft>
                <a:spcPts val="300"/>
              </a:spcAft>
              <a:defRPr sz="1600" b="0">
                <a:solidFill>
                  <a:srgbClr val="24362F"/>
                </a:solidFill>
                <a:latin typeface="Noto Sans CJK KR"/>
              </a:defRPr>
            </a:pPr>
            <a:r>
              <a:t>필수 영상·배경을 실제 파일로 포함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현재 구현과 추가 연결 항목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코드 구현 완료와 운영 서비스 연결은 다릅니다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기본 기능 구현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모바일 홈·손자/손녀 영상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다섯 가지 훈련·로컬 기억 저장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날씨 조회·촬영 화면·배포 설정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96228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1948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운영 연결 및 확인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948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Supabase 환경변수·익명 인증·RLS 적용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사진 분석 운영 웹훅·HTTPS·CORS 설정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실제 기기별 권한·AI 안내 정확성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다음 단계는 사용성 검증입니다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아래 항목은 향후 개발·검증 계획입니다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1. 안정적인 운영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분석 서버와 클라우드 저장 연결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오류·오프라인·재시도 실환경 확인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0352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3232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8952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2. 시니어 사용성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952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실제 사용자와 버튼·문구·음성 조작 평가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완료율·반복 사용·오류 경험 측정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6344" y="2468880"/>
            <a:ext cx="3526536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9224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4944" y="2880360"/>
            <a:ext cx="3069336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3. 서비스 고도화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4944" y="3456432"/>
            <a:ext cx="3069336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영구 로그인과 기기 간 기록 연동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실제 대화 모델과 개인화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01752"/>
            <a:ext cx="10058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205E43"/>
                </a:solidFill>
                <a:latin typeface="Noto Sans CJK KR"/>
              </a:defRPr>
            </a:pPr>
            <a:r>
              <a:t>SENIOR HELPER  /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05E43"/>
                </a:solidFill>
                <a:latin typeface="Noto Sans CJK KR"/>
              </a:defRPr>
            </a:pPr>
            <a:r>
              <a:t>직접 사용해 보세요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900" b="0">
                <a:solidFill>
                  <a:srgbClr val="637169"/>
                </a:solidFill>
                <a:latin typeface="Noto Sans CJK KR"/>
              </a:defRPr>
            </a:pPr>
            <a:r>
              <a:t>발표에서 앱으로 이어지는 짧은 시연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시연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손자·손녀 선택 → 두뇌 운동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오늘의 기억 작성 → 날씨 상세 열기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3348" y="2468880"/>
            <a:ext cx="5399532" cy="3017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96228" y="2697480"/>
            <a:ext cx="457200" cy="54864"/>
          </a:xfrm>
          <a:prstGeom prst="rect">
            <a:avLst/>
          </a:prstGeom>
          <a:solidFill>
            <a:srgbClr val="2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1948" y="2880360"/>
            <a:ext cx="4942332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2100" b="1">
                <a:solidFill>
                  <a:srgbClr val="205E43"/>
                </a:solidFill>
                <a:latin typeface="Noto Sans CJK KR"/>
              </a:defRPr>
            </a:pPr>
            <a:r>
              <a:t>서비스 주소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1948" y="3456432"/>
            <a:ext cx="4942332" cy="201167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https://senior-helper-seven.vercel.app</a:t>
            </a:r>
          </a:p>
          <a:p>
            <a:pPr>
              <a:spcAft>
                <a:spcPts val="300"/>
              </a:spcAft>
              <a:defRPr sz="1800" b="0">
                <a:solidFill>
                  <a:srgbClr val="24362F"/>
                </a:solidFill>
                <a:latin typeface="Noto Sans CJK KR"/>
              </a:defRPr>
            </a:pPr>
            <a:r>
              <a:t>GitHub: Min8309/senior_helper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800" b="1">
                <a:solidFill>
                  <a:srgbClr val="205E43"/>
                </a:solidFill>
                <a:latin typeface="Noto Sans CJK KR"/>
              </a:defRPr>
            </a:pPr>
            <a:r>
              <a:rPr>
                <a:hlinkClick r:id="rId2"/>
              </a:rPr>
              <a:t>앱 열기 → senior-helper-seven.vercel.app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64808"/>
            <a:ext cx="1024128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000" b="0">
                <a:solidFill>
                  <a:srgbClr val="637169"/>
                </a:solidFill>
                <a:latin typeface="Noto Sans CJK KR"/>
              </a:defRPr>
            </a:pPr>
            <a:r>
              <a:t>시니어 뇌건강 헬퍼  ·  2026.10.11  ·  프로젝트 핵심 소개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28232"/>
            <a:ext cx="6400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637169"/>
                </a:solidFill>
                <a:latin typeface="Noto Sans CJK KR"/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시니어 뇌건강 헬퍼 — 프로젝트 핵심 소개</dc:title>
  <dc:subject>서비스 핵심 기능, 기술 구성 및 운영 연결 현황</dc:subject>
  <dc:creator>Senior Helper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